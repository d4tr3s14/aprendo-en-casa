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Hoy les voy a hablar de LOS VETERINARIOS.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SOY VETERINARIA. Los veterinarios somos los que curamos a los animales cuando se enferman.
(Muestra tu delantal o tu estetoscopio.)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mi trabajo REVISO A LOS ANIMALES, LES PONGO VACUNAS para que no se enfermen y CURO A LOS QUE ESTÁN HERIDOS.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Uso mi ESTETOSCOPIO, mi TERMÓMETRO y las VACUNAS. El estetoscopio SIRVE PARA ESCUCHAR EL CORAZÓN.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Atiendo PERROS, GATOS Y TAMBIÉN CONEJOS, hámsteres y tortugas.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Ayudo a las familias MANTENIENDO SANAS A SUS MASCOTAS. Una mascota sana hace feliz a toda la familia.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¿Sabían que un perro sano tiene 38 GRADOS de temperatura? ¡Nosotros tenemos 36! Por eso se sienten calentitos.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trabajo del veterinario es MUY IMPORTANTE PORQUE LOS ANIMALES NO PUEDEN DECIR DÓNDE LES DUELE. Por eso hay que cuidarlos y llevarlos al veterinario. ¡MUCHAS GRACIAS!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vetppt/veterinar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0"/>
            <a:ext cx="569945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8680" y="16459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ED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 BÁSICO · HISTORIA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2084832"/>
            <a:ext cx="5440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Veterinarios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840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oficio que cuida a los animales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68680" y="4956048"/>
            <a:ext cx="4526280" cy="841248"/>
          </a:xfrm>
          <a:prstGeom prst="roundRect">
            <a:avLst>
              <a:gd name="adj" fmla="val 48913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143000" y="495604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  </a:t>
            </a:r>
            <a:pPr indent="0" marL="0">
              <a:buNone/>
            </a:pPr>
            <a:r>
              <a:rPr lang="en-US" sz="2200" b="1" dirty="0">
                <a:solidFill>
                  <a:srgbClr val="175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Renata Leiva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¡Hola! Soy veterinaria</a:t>
            </a:r>
            <a:endParaRPr lang="en-US" sz="3400" dirty="0"/>
          </a:p>
        </p:txBody>
      </p:sp>
      <p:pic>
        <p:nvPicPr>
          <p:cNvPr id="3" name="Image 0" descr="/tmp/vetppt/estetoscop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91640"/>
            <a:ext cx="4114800" cy="41148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577840" y="2651760"/>
            <a:ext cx="5760720" cy="1783080"/>
          </a:xfrm>
          <a:prstGeom prst="roundRect">
            <a:avLst>
              <a:gd name="adj" fmla="val 11282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852160" y="2761488"/>
            <a:ext cx="52120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veterinarios curamos a los animales para que estén sanos.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291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Veterinarios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309360"/>
            <a:ext cx="576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hago en mi trabajo?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95148" y="1741932"/>
            <a:ext cx="3429000" cy="4288536"/>
          </a:xfrm>
          <a:prstGeom prst="roundRect">
            <a:avLst>
              <a:gd name="adj" fmla="val 586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/tmp/vetppt/revisa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028" y="1924812"/>
            <a:ext cx="3063240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4876" y="5061204"/>
            <a:ext cx="3209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 a los animales para saber qué tienen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381348" y="1741932"/>
            <a:ext cx="3429000" cy="4288536"/>
          </a:xfrm>
          <a:prstGeom prst="roundRect">
            <a:avLst>
              <a:gd name="adj" fmla="val 586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/tmp/vetppt/vacuna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4228" y="1924812"/>
            <a:ext cx="3063240" cy="3063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91076" y="5061204"/>
            <a:ext cx="3209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Pongo vacunas para que no se enfermen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267548" y="1741932"/>
            <a:ext cx="3429000" cy="4288536"/>
          </a:xfrm>
          <a:prstGeom prst="roundRect">
            <a:avLst>
              <a:gd name="adj" fmla="val 586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2" descr="/tmp/vetppt/cura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50428" y="1924812"/>
            <a:ext cx="3063240" cy="30632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77276" y="5061204"/>
            <a:ext cx="3209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Curo a los que están heridos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6291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Veterinarios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1155680" y="6309360"/>
            <a:ext cx="576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uso para trabajar?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8864" y="2203704"/>
            <a:ext cx="2560320" cy="3364992"/>
          </a:xfrm>
          <a:prstGeom prst="roundRect">
            <a:avLst>
              <a:gd name="adj" fmla="val 785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/tmp/vetppt/estetoscop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3456" y="2368296"/>
            <a:ext cx="2231136" cy="22311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8592" y="4672584"/>
            <a:ext cx="2340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Estetoscopio: escucho el corazón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380080" y="2203704"/>
            <a:ext cx="2560320" cy="3364992"/>
          </a:xfrm>
          <a:prstGeom prst="roundRect">
            <a:avLst>
              <a:gd name="adj" fmla="val 785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/tmp/vetppt/termometr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44672" y="2368296"/>
            <a:ext cx="2231136" cy="22311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489808" y="4672584"/>
            <a:ext cx="2340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Termómetro: veo si tiene fiebre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251296" y="2203704"/>
            <a:ext cx="2560320" cy="3364992"/>
          </a:xfrm>
          <a:prstGeom prst="roundRect">
            <a:avLst>
              <a:gd name="adj" fmla="val 785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2" descr="/tmp/vetppt/jering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15888" y="2368296"/>
            <a:ext cx="2231136" cy="22311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361024" y="4672584"/>
            <a:ext cx="2340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Vacuna: lo protege de enfermarse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9122512" y="2203704"/>
            <a:ext cx="2560320" cy="3364992"/>
          </a:xfrm>
          <a:prstGeom prst="roundRect">
            <a:avLst>
              <a:gd name="adj" fmla="val 785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3" descr="/tmp/vetppt/delanta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87104" y="2368296"/>
            <a:ext cx="2231136" cy="223113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232240" y="4672584"/>
            <a:ext cx="2340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Delantal: para trabajar limpia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6291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Veterinarios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11155680" y="6309360"/>
            <a:ext cx="576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 quiénes atiendo?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95148" y="1741932"/>
            <a:ext cx="3429000" cy="4288536"/>
          </a:xfrm>
          <a:prstGeom prst="roundRect">
            <a:avLst>
              <a:gd name="adj" fmla="val 586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/tmp/vetppt/per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028" y="1924812"/>
            <a:ext cx="3063240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4876" y="5061204"/>
            <a:ext cx="3209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Perros de todos los tamaños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381348" y="1741932"/>
            <a:ext cx="3429000" cy="4288536"/>
          </a:xfrm>
          <a:prstGeom prst="roundRect">
            <a:avLst>
              <a:gd name="adj" fmla="val 586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/tmp/vetppt/gat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4228" y="1924812"/>
            <a:ext cx="3063240" cy="3063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91076" y="5061204"/>
            <a:ext cx="3209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Gatos, que llegan más asustados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267548" y="1741932"/>
            <a:ext cx="3429000" cy="4288536"/>
          </a:xfrm>
          <a:prstGeom prst="roundRect">
            <a:avLst>
              <a:gd name="adj" fmla="val 586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2" descr="/tmp/vetppt/conej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50428" y="1924812"/>
            <a:ext cx="3063240" cy="30632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77276" y="5061204"/>
            <a:ext cx="3209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Conejos, hámsteres y tortugas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6291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Veterinarios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1155680" y="6309360"/>
            <a:ext cx="576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ayudo a mi comunidad?</a:t>
            </a:r>
            <a:endParaRPr lang="en-US" sz="3400" dirty="0"/>
          </a:p>
        </p:txBody>
      </p:sp>
      <p:pic>
        <p:nvPicPr>
          <p:cNvPr id="3" name="Image 0" descr="/tmp/vetppt/famil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91640"/>
            <a:ext cx="4114800" cy="41148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577840" y="2148840"/>
            <a:ext cx="5760720" cy="1600200"/>
          </a:xfrm>
          <a:prstGeom prst="roundRect">
            <a:avLst>
              <a:gd name="adj" fmla="val 12571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852160" y="2258568"/>
            <a:ext cx="52120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Cuido a las mascotas de todas las familias del barrio.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577840" y="3977640"/>
            <a:ext cx="5760720" cy="1371600"/>
          </a:xfrm>
          <a:prstGeom prst="roundRect">
            <a:avLst>
              <a:gd name="adj" fmla="val 14667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852160" y="4087368"/>
            <a:ext cx="52120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mascota sana hace feliz a toda su familia.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291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Veterinarios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309360"/>
            <a:ext cx="576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¿Sabías que...?</a:t>
            </a:r>
            <a:endParaRPr lang="en-US" sz="3400" dirty="0"/>
          </a:p>
        </p:txBody>
      </p:sp>
      <p:pic>
        <p:nvPicPr>
          <p:cNvPr id="3" name="Image 0" descr="/tmp/vetppt/temperatur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91640"/>
            <a:ext cx="4114800" cy="41148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577840" y="1737360"/>
            <a:ext cx="5760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38°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5577840" y="3657600"/>
            <a:ext cx="5760720" cy="1600200"/>
          </a:xfrm>
          <a:prstGeom prst="roundRect">
            <a:avLst>
              <a:gd name="adj" fmla="val 12571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852160" y="3767328"/>
            <a:ext cx="52120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perro sano tiene 38 grados. ¡Nosotros tenemos 36!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291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Veterinarios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309360"/>
            <a:ext cx="576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vetppt/cierre-oscu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2344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trabajo es muy importante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063240" y="3063240"/>
            <a:ext cx="6080760" cy="1143000"/>
          </a:xfrm>
          <a:prstGeom prst="roundRect">
            <a:avLst>
              <a:gd name="adj" fmla="val 17600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3337560" y="3172968"/>
            <a:ext cx="55321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los animales no pueden decir dónde les duele.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70916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¡Muchas gracias!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Veterinarios</dc:title>
  <dc:subject>1° Básico · Historia · Oficios y profesiones</dc:subject>
  <dc:creator>Renata Leiva</dc:creator>
  <cp:lastModifiedBy>Renata Leiva</cp:lastModifiedBy>
  <cp:revision>1</cp:revision>
  <dcterms:created xsi:type="dcterms:W3CDTF">2026-08-31T14:58:42Z</dcterms:created>
  <dcterms:modified xsi:type="dcterms:W3CDTF">2026-08-31T14:58:42Z</dcterms:modified>
</cp:coreProperties>
</file>